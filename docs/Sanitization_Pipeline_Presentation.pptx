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De-identifying enterprise exports, with a row-level audit trail.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  <a:latin typeface="Consolas"/>
              </a:rPr>
              <a:t>data_engineer_assesment    ·    47 tests    ·    stdlib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What it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Calibri"/>
              </a:rPr>
              <a:t>Walks a folder of mixed enterprise exports, replaces configured PII with stable tokens, masks unknown emails / phones, and writes a sanitized output tree plus six audit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6858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66751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  <a:latin typeface="Consolas"/>
              </a:rPr>
              <a:t>python -m sanitizer --input sample_input --output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Produces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685800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6675120" cy="23774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output/
  sanitized/                   &lt;mirrored input tree&gt;
  reports/
    run_summary.json
    file_manifest.jsonl
    validation_report.json
    pii_transformations.csv
    pii_quarantine.csv
    analytics.html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33172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441448"/>
            <a:ext cx="8229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386584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supported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97480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.txt / .md / .json / 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136392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246120"/>
            <a:ext cx="8229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191256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audit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02152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five JSON/CSV + one HTML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941064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050792"/>
            <a:ext cx="8229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995928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validation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306824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run after artifacts are written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745736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855464"/>
            <a:ext cx="8229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800600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111496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~1 second wall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5550408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5660136"/>
            <a:ext cx="82296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605272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runtime deps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916168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stdlib only; pytest is dev-only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457200" y="2011680"/>
            <a:ext cx="1371600" cy="822960"/>
          </a:xfrm>
          <a:prstGeom prst="can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input/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11680"/>
            <a:ext cx="15544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walk
sorted</a:t>
            </a:r>
          </a:p>
        </p:txBody>
      </p:sp>
      <p:sp>
        <p:nvSpPr>
          <p:cNvPr id="9" name="Diamond 8"/>
          <p:cNvSpPr/>
          <p:nvPr/>
        </p:nvSpPr>
        <p:spPr>
          <a:xfrm>
            <a:off x="3931920" y="1920240"/>
            <a:ext cx="1280160" cy="100584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supported?</a:t>
            </a:r>
          </a:p>
        </p:txBody>
      </p:sp>
      <p:sp>
        <p:nvSpPr>
          <p:cNvPr id="10" name="Diamond 9"/>
          <p:cNvSpPr/>
          <p:nvPr/>
        </p:nvSpPr>
        <p:spPr>
          <a:xfrm>
            <a:off x="5577840" y="1920240"/>
            <a:ext cx="1280160" cy="100584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empty?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011680"/>
            <a:ext cx="15544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processor
txt/md/json/csv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011680"/>
            <a:ext cx="256032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DeIdentifier.apply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868680"/>
            <a:ext cx="12801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skipped_unsupported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868680"/>
            <a:ext cx="12801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empty
(0-byte mirror)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291840"/>
            <a:ext cx="128016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failed
(captured)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2423160"/>
            <a:ext cx="27432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2423160"/>
            <a:ext cx="27432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2423160"/>
            <a:ext cx="36576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2423160"/>
            <a:ext cx="36576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2423160"/>
            <a:ext cx="36576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572000" y="1417320"/>
            <a:ext cx="0" cy="50292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217920" y="1417320"/>
            <a:ext cx="0" cy="50292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01000" y="2834640"/>
            <a:ext cx="0" cy="45720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7200" y="4297680"/>
            <a:ext cx="155448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sanitized/
(mirrored)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4297680"/>
            <a:ext cx="155448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file_manifest.jsonl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4297680"/>
            <a:ext cx="155448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pii_transformations.csv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4297680"/>
            <a:ext cx="155448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pii_quarantine.csv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297680"/>
            <a:ext cx="1554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validation_report.json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4297680"/>
            <a:ext cx="1554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run_summary.json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4297680"/>
            <a:ext cx="15544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analytics.html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0" y="2834640"/>
            <a:ext cx="0" cy="146304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The validator re-scans the written sanitized files and cross-checks the manifest against the input tree.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Per-file try/except: a malformed file becomes a manifest row, not a crashed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Supported file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0116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extension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463040"/>
            <a:ext cx="20116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reader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22860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writer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463040"/>
            <a:ext cx="47548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location format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.txt / .md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02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UTF-8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UTF-8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920240"/>
            <a:ext cx="4754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line N, column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20116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468880"/>
            <a:ext cx="20116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json.load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468880"/>
            <a:ext cx="22860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json.dumps(indent=2)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468880"/>
            <a:ext cx="475488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$.issues[1].comments[0].body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1752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01752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csv.DictReader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csv.DictWriter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017520"/>
            <a:ext cx="4754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200" b="0">
                <a:solidFill>
                  <a:srgbClr val="0F172A"/>
                </a:solidFill>
                <a:latin typeface="Consolas"/>
              </a:rPr>
              <a:t>row N, column "from"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Anything else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10972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.pdf, .png, .xlsx, .zip, ... are recorded in the manifest as skipped_unsupported. Their bytes are never opened.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Replacement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984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onsolas"/>
              </a:rPr>
              <a:t>emails  →  phones  →  persons (longest first)  →  organizations (longest first)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Orgs first (wrong)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486400" cy="22860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input:    sarah@betahealth.io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27832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org:      BetaHealth → ORG_001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48456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result:   sarah@ORG_001.io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email:    no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9704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leak:     'sarah' + '.io' 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Emails first (correct)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697480"/>
            <a:ext cx="5486400" cy="22860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07208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input:    sarah@betahealth.io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27832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email:    whole address → EMAIL_002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648456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result:   EMAIL_002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69080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org:      nothing left to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89704"/>
            <a:ext cx="51206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onsolas"/>
              </a:rPr>
              <a:t>clean:    no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Longest-alias-first applies the same logic within a group: 'Sarah Chen' before 'Sarah' so we don't leave 'PERSON_002 Chen'.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Three-phase apply()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576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Scan original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291840" cy="2560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Find all match offsets in the original string. Higher-priority matches register their span; later matches inside a covered span are dropped.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36576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Cascading replacement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06040"/>
            <a:ext cx="3291840" cy="2560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Run emails → phones → persons → orgs in order. Mapped values become tokens; unmapped emails / phones become &lt;UNMAPPED_*&gt; placeholders.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6576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6576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2918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Render snippets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3291840" cy="2560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Render snippet windows from the fully sanitized text — so the focal value and any neighboring PII appear as tokens.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Why split the work: offsets stay tied to the input file the operator opens, and snippets can never carry a neighbour's raw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Configuration: config/entities.json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Person-centric. Aliases, emails, and phones live under the entity that owns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85800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6583680" cy="4114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{
  "persons": [
    {
      "canonical_id": "PERSON_002",
      "aliases": ["Sarah Chen", "Sarah"],
      "emails": [
        {"value": "sarah@betahealth.io",
         "token": "EMAIL_002"}
      ],
      "phones": [
        {"value": "+1-212-555-0199",
         "token": "PHONE_001"}
      ]
    }
  ],
  "organizations": [
    {"canonical_id": "ORG_002",
     "aliases": ["Acme Inc.", "Acme"]}
  ]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2024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Loader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31720"/>
            <a:ext cx="4114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Phone keys normalized to digits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Email keys lowercased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Raises on missing fields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Raises on conflicting tokens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Allows idempotent restatements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20624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617720"/>
            <a:ext cx="4114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Flat lookup tables derived at load time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Alias rules sorted longest-first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•  </a:t>
            </a:r>
            <a:r>
              <a:rPr sz="1200">
                <a:solidFill>
                  <a:srgbClr val="0F172A"/>
                </a:solidFill>
                <a:latin typeface="Calibri"/>
              </a:rPr>
              <a:t>Lookarounds (?&lt;!\w) ... (?!\w) instead of \b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Mapped vs unmapped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7373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17320"/>
            <a:ext cx="201168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configured?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0175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sanitized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429768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73736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828800"/>
            <a:ext cx="2011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01752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EMAIL_001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828800"/>
            <a:ext cx="4297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pii_transformations.csv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173736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phone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40280"/>
            <a:ext cx="2011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240280"/>
            <a:ext cx="301752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PHONE_001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240280"/>
            <a:ext cx="4297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pii_transformations.csv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173736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person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651760"/>
            <a:ext cx="2011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651760"/>
            <a:ext cx="301752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PERSON_001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651760"/>
            <a:ext cx="4297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pii_transformations.csv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63240"/>
            <a:ext cx="173736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org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063240"/>
            <a:ext cx="2011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63240"/>
            <a:ext cx="301752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ORG_001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063240"/>
            <a:ext cx="429768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pii_transformations.csv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74720"/>
            <a:ext cx="173736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email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474720"/>
            <a:ext cx="201168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474720"/>
            <a:ext cx="301752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&lt;UNMAPPED_EMAIL&gt;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474720"/>
            <a:ext cx="429768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pii_quarantine.csv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86200"/>
            <a:ext cx="173736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phone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886200"/>
            <a:ext cx="201168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886200"/>
            <a:ext cx="301752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&lt;UNMAPPED_PHONE&gt;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886200"/>
            <a:ext cx="429768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762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onsolas"/>
              </a:rPr>
              <a:t>pii_quarantine.csv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Why a generic placeholder, not an auto-pseudonym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03520"/>
            <a:ext cx="1097280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An auto-pseudonym like EMAIL_AUTO_a3f9b21c is visually indistinguishable from a reviewed token — a reader can't tell whether it's been approved. The placeholder makes the unreviewed state obvious in the output. Distinctness is preserved in the quarantine CSV via value_hash.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Quarantine triage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828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1828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regex hits a value
not in config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3108960"/>
            <a:ext cx="9144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90672" y="16459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2011680"/>
            <a:ext cx="1828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23317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Mask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2834640"/>
            <a:ext cx="1828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&lt;UNMAPPED_EMAIL&gt;
&lt;UNMAPPED_PHONE&gt;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79392" y="3108960"/>
            <a:ext cx="9144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38344" y="16459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2011680"/>
            <a:ext cx="1828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23317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Quarantine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834640"/>
            <a:ext cx="1828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row in
pii_quarantine.csv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27064" y="3108960"/>
            <a:ext cx="9144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86016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2011680"/>
            <a:ext cx="1828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23317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834640"/>
            <a:ext cx="1828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operator reads
value + snippet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3108960"/>
            <a:ext cx="9144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933688" y="164592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93608" y="2011680"/>
            <a:ext cx="1828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23317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834640"/>
            <a:ext cx="1828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add to
entities.json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22408" y="3108960"/>
            <a:ext cx="91440" cy="0"/>
          </a:xfrm>
          <a:prstGeom prst="bentConnector3">
            <a:avLst/>
          </a:prstGeom>
          <a:ln w="25400">
            <a:solidFill>
              <a:srgbClr val="475569"/>
            </a:solidFill>
            <a:headEnd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881360" y="164592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011680"/>
            <a:ext cx="1828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23317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Re-run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2834640"/>
            <a:ext cx="1828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row migrates to
transformations.csv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value_hash = sha256(value)[:8]. Same hash everywhere — one config update fixes every occurrence across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Six audit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onsolas"/>
              </a:rPr>
              <a:t>run_summary.json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52120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Top-level totals, by-extension histogram, validation summary.
One object per run. Designed for dashboards / DAGs.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10972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27048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onsolas"/>
              </a:rPr>
              <a:t>file_manifest.jsonl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52120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One line per input file, including skipped / failed / empty.
Input hash, output hash, replacement counts, error.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27248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onsolas"/>
              </a:rPr>
              <a:t>validation_report.json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52120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Four post-run checks against the written artifacts.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0175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017520"/>
            <a:ext cx="109728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127248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onsolas"/>
              </a:rPr>
              <a:t>pii_transformations.csv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20440"/>
            <a:ext cx="52120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One row per mapped replacement. file + kind + value +
value_hash + token + status + location + safe snippet.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27448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onsolas"/>
              </a:rPr>
              <a:t>pii_quarantine.csv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52120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Same schema, status='unmapped'. The operator backlog.
Only written if at least one row exists.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6177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617720"/>
            <a:ext cx="10972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27448"/>
            <a:ext cx="52120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onsolas"/>
              </a:rPr>
              <a:t>analytics.html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20640"/>
            <a:ext cx="5212080" cy="1005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Self-contained dashboard: stat tiles, entity↔file graph,
grouped quarantine triage panel.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PII row schema (shared by both reports)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984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onsolas"/>
              </a:rPr>
              <a:t>file, kind, value, value_hash, token, status, location, snippet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input file relative path (POSIX)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kind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email / phone / person / organization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546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normalized raw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661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value_hash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6118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first 8 chars of sha256(value), cross-doc dedup 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0690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EMAIL_001, PERSON_002, &lt;UNMAPPED_EMAIL&gt;, 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5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262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262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mapped or unmapped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377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834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line N, column M  /  $.path[i].field  /  row N, column "X"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21945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snippet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440680"/>
            <a:ext cx="8686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~60 chars context, rendered against sanitized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A row migrates from quarantine to transformations on the next run with no other field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Validation: 4 checks against the written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737360"/>
            <a:ext cx="102412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59436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no_raw_emails_in_sanitized_outputs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Re-scan every file under sanitized/ for raw email patterns.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514600"/>
            <a:ext cx="102412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59436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no_raw_phone_numbers_in_sanitized_outputs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6032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Same, for phone numbers.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91840"/>
            <a:ext cx="102412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337560"/>
            <a:ext cx="59436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processed_files_have_outputs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3756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Every manifest row with status=processed has an output file on disk.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069080"/>
            <a:ext cx="102412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59436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onsolas"/>
              </a:rPr>
              <a:t>all_input_files_accounted_for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114800"/>
            <a:ext cx="429768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Every input file appears exactly once in the manifest.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The validator runs after every other artifact is written, so the manifest is the input it audits — not in-memory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Exit codes: 0 = passed, 2 = warnings or leak, 1 = catastrophic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analytics.html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Single-page HTML dashboard rendered per run. Self-contained except for one CDN script tag (vis-network).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657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Stat tiles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3291840" cy="2651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Run id, timestamps, 8 color-coded tiles
(discovered / processed / skipped / failed /
empty / mapped / unmapped / validation).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94560"/>
            <a:ext cx="3657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9456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240280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Entity ↔ file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291840" cy="2651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Files as boxes sized by replacement count.
Entities as ellipses colored by kind.
Edges weighted by occurrence 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3657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94560"/>
            <a:ext cx="36576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Quarantine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88920"/>
            <a:ext cx="3291840" cy="2651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Unmapped values grouped by
(kind, value, hash). Each group lists
occurrences with file, location, snippet.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Header carries back-links to all five sibling artifacts.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Determinism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"/>
              </a:rPr>
              <a:t>Sanitized output is byte-identical across reruns on the same input + config. Five mechanisms: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57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Sorted traversal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71323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onsolas"/>
              </a:rPr>
              <a:t>dirnames.sort() + sorted(filenames) at every os.walk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3657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Deterministic placeholders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97480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743200"/>
            <a:ext cx="71323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onsolas"/>
              </a:rPr>
              <a:t>&lt;UNMAPPED_EMAIL&gt; / &lt;UNMAPPED_PHONE&gt; — no per-run randomness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3657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Content-derived value_hash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291840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337560"/>
            <a:ext cx="71323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onsolas"/>
              </a:rPr>
              <a:t>sha256(value)[:8] — pure function of the input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3657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Stable column order + 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86200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31920"/>
            <a:ext cx="71323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onsolas"/>
              </a:rPr>
              <a:t>hard-coded PII_FIELDNAMES, lineterminator='\n'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560"/>
            <a:ext cx="3657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26280"/>
            <a:ext cx="34747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Deterministic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480560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526280"/>
            <a:ext cx="713232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onsolas"/>
              </a:rPr>
              <a:t>indent=2, dict insertion order preserved (Python 3.7+)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Only run_id and started_at / completed_at differ between runs — by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984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onsolas"/>
              </a:rPr>
              <a:t>47 tests  ·  ~1 second wall time  ·  tests/test_deid.py + test_pipeline.py + test_validation.py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What the suite protects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Replacement-order invariants (email-before-org, longest-alias-first)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Regex boundary cases (ISO timestamps not matching phones, aliases not matching inside other words)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Config schema invariants (conflict detection, missing fields, idempotent duplicates)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Both PII reports — location accuracy per processor, snippet privacy, schema sharing, RFC-4180 round-trips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Summary-vs-row totals consistency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Analytics dashboard — file written, embedded JSON shape, snippets don't leak raw PII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Four validation checks under both clean and tampered conditions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Byte-identical sanitized files across repeated runs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65392"/>
            <a:ext cx="6858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Tradeoffs &amp;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52044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17320"/>
            <a:ext cx="37947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What we 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417320"/>
            <a:ext cx="37033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76200" tIns="50800" bIns="50800" wrap="square"/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What we accept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Stdlib only at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828800"/>
            <a:ext cx="379476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Easy to audit, portable, no supply chain.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828800"/>
            <a:ext cx="37033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No libphonenumber, no streaming JSON, no NER libraries.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95728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Regex + explicit 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39572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Deterministic and explainable; every replacement is reviewable.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395728"/>
            <a:ext cx="3703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Misses pronouns, unknown names, role references.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62656"/>
            <a:ext cx="3520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Per-file failure isolation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962656"/>
            <a:ext cx="379476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One bad file doesn't abort the run.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962656"/>
            <a:ext cx="37033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Partial success is only safe if downstream respects warnings.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29584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&lt;UNMAPPED_*&gt; placeholders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529584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Unreviewed state is visible in the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529584"/>
            <a:ext cx="3703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Sanitized text loses unknown-entity distinctness.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96512"/>
            <a:ext cx="3520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Plain SHA value_hash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096512"/>
            <a:ext cx="379476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Stable cross-doc dedup key.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4096512"/>
            <a:ext cx="37033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Guessable. Production wants HMAC with a managed key.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PII CSVs carry raw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663440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Operator can act on findings directly.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4663440"/>
            <a:ext cx="3703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Reports need stricter access controls than sanitized outputs.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30368"/>
            <a:ext cx="352044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Single-process runtime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5230368"/>
            <a:ext cx="379476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Simple, reproducible, fine for the sample.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5230368"/>
            <a:ext cx="370332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Not enough for very large exports — needs streaming + workers.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797296"/>
            <a:ext cx="3520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No PDF / image / spreadsheet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5797296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Supported surface stays explicit and reviewable.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5797296"/>
            <a:ext cx="3703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01600" tIns="50800" bIns="50800" wrap="square"/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Skipped files may still contain PII.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97280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Local Data Sanitization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